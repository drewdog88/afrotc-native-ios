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C2347"/>
                </a:solidFill>
              </a:defRPr>
            </a:pPr>
            <a:r>
              <a:t>AFROTC 695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7BFE"/>
                </a:solidFill>
              </a:defRPr>
            </a:pPr>
            <a:r>
              <a:t>Recruitment Management System</a:t>
            </a:r>
          </a:p>
          <a:p>
            <a:r>
              <a:t>Comprehensive Feature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Web-based recruitment management platform</a:t>
            </a:r>
          </a:p>
          <a:p>
            <a:r>
              <a:t>• Built with Flask (Python) and Bootstrap 5</a:t>
            </a:r>
          </a:p>
          <a:p>
            <a:r>
              <a:t>• SQLite database for data persistence</a:t>
            </a:r>
          </a:p>
          <a:p>
            <a:r>
              <a:t>• Responsive design for mobile and desktop</a:t>
            </a:r>
          </a:p>
          <a:p>
            <a:r>
              <a:t>• Role-based access control (Admin/Recruiter)</a:t>
            </a:r>
          </a:p>
          <a:p>
            <a:r>
              <a:t>• Comprehensive activity logging</a:t>
            </a:r>
          </a:p>
          <a:p>
            <a:r>
              <a:t>• Automated backup system</a:t>
            </a:r>
          </a:p>
          <a:p>
            <a:r>
              <a:t>• Theme customization (Original/Air Force)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Potential Recruit Management</a:t>
            </a:r>
          </a:p>
          <a:p>
            <a:r>
              <a:t>• Cadet Tracking &amp; Retention Analysis</a:t>
            </a:r>
          </a:p>
          <a:p>
            <a:r>
              <a:t>• Outreach Contact Management</a:t>
            </a:r>
          </a:p>
          <a:p>
            <a:r>
              <a:t>• Event Calendar &amp; Scheduling</a:t>
            </a:r>
          </a:p>
          <a:p>
            <a:r>
              <a:t>• Recruitment Materials Library</a:t>
            </a:r>
          </a:p>
          <a:p>
            <a:r>
              <a:t>• User Management &amp; Security</a:t>
            </a:r>
          </a:p>
          <a:p>
            <a:r>
              <a:t>• Data Export (Excel, PDF, CSV)</a:t>
            </a:r>
          </a:p>
          <a:p>
            <a:r>
              <a:t>• Activity Logging &amp; Audit Trail</a:t>
            </a:r>
          </a:p>
          <a:p>
            <a:r>
              <a:t>• Mobile-Responsive Interface</a:t>
            </a:r>
          </a:p>
          <a:p>
            <a:r>
              <a:t>• Theme Toggle (Original/Air Force)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Dashboard - Central Command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statistics cards</a:t>
            </a:r>
          </a:p>
          <a:p>
            <a:r>
              <a:t>• Cadet Retention Report (Stacked bar chart)</a:t>
            </a:r>
          </a:p>
          <a:p>
            <a:r>
              <a:t>• Recent activity feed</a:t>
            </a:r>
          </a:p>
          <a:p>
            <a:r>
              <a:t>• Quick action buttons</a:t>
            </a:r>
          </a:p>
          <a:p>
            <a:r>
              <a:t>• Background image integration</a:t>
            </a:r>
          </a:p>
          <a:p>
            <a:r>
              <a:t>• Responsive design for all devices</a:t>
            </a:r>
          </a:p>
          <a:p>
            <a:r>
              <a:t>• Theme-aware styling</a:t>
            </a:r>
          </a:p>
          <a:p>
            <a:r>
              <a:t>• Export functionality for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Potential Recruits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recruit profiles</a:t>
            </a:r>
          </a:p>
          <a:p>
            <a:r>
              <a:t>• Contact information tracking</a:t>
            </a:r>
          </a:p>
          <a:p>
            <a:r>
              <a:t>• Interest level assessment</a:t>
            </a:r>
          </a:p>
          <a:p>
            <a:r>
              <a:t>• Communication history</a:t>
            </a:r>
          </a:p>
          <a:p>
            <a:r>
              <a:t>• Status tracking (Active/Inactive)</a:t>
            </a:r>
          </a:p>
          <a:p>
            <a:r>
              <a:t>• Sortable data tables</a:t>
            </a:r>
          </a:p>
          <a:p>
            <a:r>
              <a:t>• Search and filter capabilities</a:t>
            </a:r>
          </a:p>
          <a:p>
            <a:r>
              <a:t>• Export to Excel, PDF, CSV</a:t>
            </a:r>
          </a:p>
          <a:p>
            <a:r>
              <a:t>• Mobile-responsive interface</a:t>
            </a:r>
          </a:p>
          <a:p>
            <a:r>
              <a:t>• Activity logging for all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Cadet Management &amp;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Cadet profile management</a:t>
            </a:r>
          </a:p>
          <a:p>
            <a:r>
              <a:t>• Status tracking (Active/Inactive/Graduated)</a:t>
            </a:r>
          </a:p>
          <a:p>
            <a:r>
              <a:t>• Graduation year tracking</a:t>
            </a:r>
          </a:p>
          <a:p>
            <a:r>
              <a:t>• Rank and position management</a:t>
            </a:r>
          </a:p>
          <a:p>
            <a:r>
              <a:t>• Retention analysis by graduation year</a:t>
            </a:r>
          </a:p>
          <a:p>
            <a:r>
              <a:t>• Visual retention reports with percentages</a:t>
            </a:r>
          </a:p>
          <a:p>
            <a:r>
              <a:t>• Export capabilities</a:t>
            </a:r>
          </a:p>
          <a:p>
            <a:r>
              <a:t>• Historical data tracking</a:t>
            </a:r>
          </a:p>
          <a:p>
            <a:r>
              <a:t>• Mobile-responsive design</a:t>
            </a:r>
          </a:p>
          <a:p>
            <a:r>
              <a:t>• Real-time statistics updates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Outreach Contacts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school contact database</a:t>
            </a:r>
          </a:p>
          <a:p>
            <a:r>
              <a:t>• Contact information management</a:t>
            </a:r>
          </a:p>
          <a:p>
            <a:r>
              <a:t>• Relationship tracking</a:t>
            </a:r>
          </a:p>
          <a:p>
            <a:r>
              <a:t>• Communication history</a:t>
            </a:r>
          </a:p>
          <a:p>
            <a:r>
              <a:t>• Active/Inactive status</a:t>
            </a:r>
          </a:p>
          <a:p>
            <a:r>
              <a:t>• Sortable and searchable tables</a:t>
            </a:r>
          </a:p>
          <a:p>
            <a:r>
              <a:t>• Export functionality</a:t>
            </a:r>
          </a:p>
          <a:p>
            <a:r>
              <a:t>• Mobile-responsive interface</a:t>
            </a:r>
          </a:p>
          <a:p>
            <a:r>
              <a:t>• Activity logging</a:t>
            </a:r>
          </a:p>
          <a:p>
            <a:r>
              <a:t>• Bulk operations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Calendar &amp; Event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Event scheduling and management</a:t>
            </a:r>
          </a:p>
          <a:p>
            <a:r>
              <a:t>• Calendar view with event details</a:t>
            </a:r>
          </a:p>
          <a:p>
            <a:r>
              <a:t>• Event status tracking</a:t>
            </a:r>
          </a:p>
          <a:p>
            <a:r>
              <a:t>• Associated high school linking</a:t>
            </a:r>
          </a:p>
          <a:p>
            <a:r>
              <a:t>• Event description and notes</a:t>
            </a:r>
          </a:p>
          <a:p>
            <a:r>
              <a:t>• Date and time management</a:t>
            </a:r>
          </a:p>
          <a:p>
            <a:r>
              <a:t>• Export capabilities</a:t>
            </a:r>
          </a:p>
          <a:p>
            <a:r>
              <a:t>• Mobile-responsive calendar</a:t>
            </a:r>
          </a:p>
          <a:p>
            <a:r>
              <a:t>• Event categorization</a:t>
            </a:r>
          </a:p>
          <a:p>
            <a:r>
              <a:t>• Reminder system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Recruitment Materials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External website links management</a:t>
            </a:r>
          </a:p>
          <a:p>
            <a:r>
              <a:t>• Document upload and storage</a:t>
            </a:r>
          </a:p>
          <a:p>
            <a:r>
              <a:t>• File type support (PDF, PPTX, DOCX)</a:t>
            </a:r>
          </a:p>
          <a:p>
            <a:r>
              <a:t>• Categorized materials</a:t>
            </a:r>
          </a:p>
          <a:p>
            <a:r>
              <a:t>• Admin-only content management</a:t>
            </a:r>
          </a:p>
          <a:p>
            <a:r>
              <a:t>• Download tracking</a:t>
            </a:r>
          </a:p>
          <a:p>
            <a:r>
              <a:t>• File size management</a:t>
            </a:r>
          </a:p>
          <a:p>
            <a:r>
              <a:t>• Search and filter capabilities</a:t>
            </a:r>
          </a:p>
          <a:p>
            <a:r>
              <a:t>• Mobile-responsive interface</a:t>
            </a:r>
          </a:p>
          <a:p>
            <a:r>
              <a:t>• Secure file 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User Management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Role-based access control</a:t>
            </a:r>
          </a:p>
          <a:p>
            <a:r>
              <a:t>• Admin and Recruiter roles</a:t>
            </a:r>
          </a:p>
          <a:p>
            <a:r>
              <a:t>• User profile management</a:t>
            </a:r>
          </a:p>
          <a:p>
            <a:r>
              <a:t>• Password security with hashing</a:t>
            </a:r>
          </a:p>
          <a:p>
            <a:r>
              <a:t>• Password history tracking</a:t>
            </a:r>
          </a:p>
          <a:p>
            <a:r>
              <a:t>• Password expiration policies</a:t>
            </a:r>
          </a:p>
          <a:p>
            <a:r>
              <a:t>• Account locking capabilities</a:t>
            </a:r>
          </a:p>
          <a:p>
            <a:r>
              <a:t>• Forgot password functionality</a:t>
            </a:r>
          </a:p>
          <a:p>
            <a:r>
              <a:t>• Secret question security</a:t>
            </a:r>
          </a:p>
          <a:p>
            <a:r>
              <a:t>• Session management</a:t>
            </a:r>
          </a:p>
          <a:p>
            <a:r>
              <a:t>• Activity logging for all users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Data Export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Excel (.xlsx) export</a:t>
            </a:r>
          </a:p>
          <a:p>
            <a:r>
              <a:t>• PDF export with landscape formatting</a:t>
            </a:r>
          </a:p>
          <a:p>
            <a:r>
              <a:t>• CSV export for data analysis</a:t>
            </a:r>
          </a:p>
          <a:p>
            <a:r>
              <a:t>• Sortable table headers</a:t>
            </a:r>
          </a:p>
          <a:p>
            <a:r>
              <a:t>• Filtered data export</a:t>
            </a:r>
          </a:p>
          <a:p>
            <a:r>
              <a:t>• Retention report exports</a:t>
            </a:r>
          </a:p>
          <a:p>
            <a:r>
              <a:t>• Activity log exports</a:t>
            </a:r>
          </a:p>
          <a:p>
            <a:r>
              <a:t>• Custom date range exports</a:t>
            </a:r>
          </a:p>
          <a:p>
            <a:r>
              <a:t>• Mobile-responsive export buttons</a:t>
            </a:r>
          </a:p>
          <a:p>
            <a:r>
              <a:t>• Professional formatting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Activity Logging &amp; Audit Trail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activity tracking</a:t>
            </a:r>
          </a:p>
          <a:p>
            <a:r>
              <a:t>• User action logging</a:t>
            </a:r>
          </a:p>
          <a:p>
            <a:r>
              <a:t>• Record modification tracking</a:t>
            </a:r>
          </a:p>
          <a:p>
            <a:r>
              <a:t>• IP address logging</a:t>
            </a:r>
          </a:p>
          <a:p>
            <a:r>
              <a:t>• User agent tracking</a:t>
            </a:r>
          </a:p>
          <a:p>
            <a:r>
              <a:t>• Timestamp with timezone support</a:t>
            </a:r>
          </a:p>
          <a:p>
            <a:r>
              <a:t>• Recent activity dashboard</a:t>
            </a:r>
          </a:p>
          <a:p>
            <a:r>
              <a:t>• Export capabilities</a:t>
            </a:r>
          </a:p>
          <a:p>
            <a:r>
              <a:t>• Search and filter logs</a:t>
            </a:r>
          </a:p>
          <a:p>
            <a:r>
              <a:t>• Data integrity assurance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Backup &amp; Recovery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Automated nightly backups</a:t>
            </a:r>
          </a:p>
          <a:p>
            <a:r>
              <a:t>• Manual backup triggers</a:t>
            </a:r>
          </a:p>
          <a:p>
            <a:r>
              <a:t>• Backup file naming with timestamps</a:t>
            </a:r>
          </a:p>
          <a:p>
            <a:r>
              <a:t>• Backup verification</a:t>
            </a:r>
          </a:p>
          <a:p>
            <a:r>
              <a:t>• Restore functionality</a:t>
            </a:r>
          </a:p>
          <a:p>
            <a:r>
              <a:t>• Data recovery tools</a:t>
            </a:r>
          </a:p>
          <a:p>
            <a:r>
              <a:t>• Backup file management</a:t>
            </a:r>
          </a:p>
          <a:p>
            <a:r>
              <a:t>• Pre-destructive operation backups</a:t>
            </a:r>
          </a:p>
          <a:p>
            <a:r>
              <a:t>• Backup integrity checks</a:t>
            </a:r>
          </a:p>
          <a:p>
            <a:r>
              <a:t>• Disaster recovery planning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Mobile Responsiveness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Responsive design for all screen sizes</a:t>
            </a:r>
          </a:p>
          <a:p>
            <a:r>
              <a:t>• Mobile-optimized navigation</a:t>
            </a:r>
          </a:p>
          <a:p>
            <a:r>
              <a:t>• Touch-friendly interface elements</a:t>
            </a:r>
          </a:p>
          <a:p>
            <a:r>
              <a:t>• Collapsible sidebar for mobile</a:t>
            </a:r>
          </a:p>
          <a:p>
            <a:r>
              <a:t>• Optimized table layouts</a:t>
            </a:r>
          </a:p>
          <a:p>
            <a:r>
              <a:t>• Mobile-friendly forms</a:t>
            </a:r>
          </a:p>
          <a:p>
            <a:r>
              <a:t>• Responsive charts and graphs</a:t>
            </a:r>
          </a:p>
          <a:p>
            <a:r>
              <a:t>• Touch-optimized buttons</a:t>
            </a:r>
          </a:p>
          <a:p>
            <a:r>
              <a:t>• Mobile-specific styling</a:t>
            </a:r>
          </a:p>
          <a:p>
            <a:r>
              <a:t>• Cross-device compatibility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Theme Customization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Original theme (Blue gradient)</a:t>
            </a:r>
          </a:p>
          <a:p>
            <a:r>
              <a:t>• Air Force Standard theme</a:t>
            </a:r>
          </a:p>
          <a:p>
            <a:r>
              <a:t>• Official US Air Force logo integration</a:t>
            </a:r>
          </a:p>
          <a:p>
            <a:r>
              <a:t>• Theme toggle buttons</a:t>
            </a:r>
          </a:p>
          <a:p>
            <a:r>
              <a:t>• Persistent theme selection</a:t>
            </a:r>
          </a:p>
          <a:p>
            <a:r>
              <a:t>• CSS variable-based theming</a:t>
            </a:r>
          </a:p>
          <a:p>
            <a:r>
              <a:t>• Consistent styling across all pages</a:t>
            </a:r>
          </a:p>
          <a:p>
            <a:r>
              <a:t>• Professional appearance</a:t>
            </a:r>
          </a:p>
          <a:p>
            <a:r>
              <a:t>• Brand compliance</a:t>
            </a:r>
          </a:p>
          <a:p>
            <a:r>
              <a:t>• User preference storage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Backend: Flask (Python)</a:t>
            </a:r>
          </a:p>
          <a:p>
            <a:r>
              <a:t>• Database: SQLite with SQLAlchemy ORM</a:t>
            </a:r>
          </a:p>
          <a:p>
            <a:r>
              <a:t>• Frontend: Bootstrap 5 + Custom CSS</a:t>
            </a:r>
          </a:p>
          <a:p>
            <a:r>
              <a:t>• Charts: Chart.js with DataLabels plugin</a:t>
            </a:r>
          </a:p>
          <a:p>
            <a:r>
              <a:t>• File Handling: Secure upload/download</a:t>
            </a:r>
          </a:p>
          <a:p>
            <a:r>
              <a:t>• Security: Werkzeug password hashing</a:t>
            </a:r>
          </a:p>
          <a:p>
            <a:r>
              <a:t>• Export: Pandas, OpenPyXL, ReportLab</a:t>
            </a:r>
          </a:p>
          <a:p>
            <a:r>
              <a:t>• Responsive: CSS Grid &amp; Flexbox</a:t>
            </a:r>
          </a:p>
          <a:p>
            <a:r>
              <a:t>• Icons: Font Awesome 6</a:t>
            </a:r>
          </a:p>
          <a:p>
            <a:r>
              <a:t>• Deployment: Production-ready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Benefits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Streamlined recruitment process</a:t>
            </a:r>
          </a:p>
          <a:p>
            <a:r>
              <a:t>• Improved data organization</a:t>
            </a:r>
          </a:p>
          <a:p>
            <a:r>
              <a:t>• Enhanced tracking capabilities</a:t>
            </a:r>
          </a:p>
          <a:p>
            <a:r>
              <a:t>• Better decision-making insights</a:t>
            </a:r>
          </a:p>
          <a:p>
            <a:r>
              <a:t>• Increased efficiency</a:t>
            </a:r>
          </a:p>
          <a:p>
            <a:r>
              <a:t>• Reduced manual work</a:t>
            </a:r>
          </a:p>
          <a:p>
            <a:r>
              <a:t>• Professional presentation</a:t>
            </a:r>
          </a:p>
          <a:p>
            <a:r>
              <a:t>• Mobile accessibility</a:t>
            </a:r>
          </a:p>
          <a:p>
            <a:r>
              <a:t>• Data security and backup</a:t>
            </a:r>
          </a:p>
          <a:p>
            <a:r>
              <a:t>• Scalable solution for growth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Future Enhancement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Email integration</a:t>
            </a:r>
          </a:p>
          <a:p>
            <a:r>
              <a:t>• SMS notifications</a:t>
            </a:r>
          </a:p>
          <a:p>
            <a:r>
              <a:t>• Advanced reporting dashboards</a:t>
            </a:r>
          </a:p>
          <a:p>
            <a:r>
              <a:t>• Data analytics and insights</a:t>
            </a:r>
          </a:p>
          <a:p>
            <a:r>
              <a:t>• Integration with external systems</a:t>
            </a:r>
          </a:p>
          <a:p>
            <a:r>
              <a:t>• Automated workflows</a:t>
            </a:r>
          </a:p>
          <a:p>
            <a:r>
              <a:t>• Advanced search capabilities</a:t>
            </a:r>
          </a:p>
          <a:p>
            <a:r>
              <a:t>• Bulk operations</a:t>
            </a:r>
          </a:p>
          <a:p>
            <a:r>
              <a:t>• API development</a:t>
            </a:r>
          </a:p>
          <a:p>
            <a:r>
              <a:t>• Cloud deployment options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Contact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System Documentation: README.md</a:t>
            </a:r>
          </a:p>
          <a:p>
            <a:r>
              <a:t>• User Guides: Available in system</a:t>
            </a:r>
          </a:p>
          <a:p>
            <a:r>
              <a:t>• Technical Support: Development team</a:t>
            </a:r>
          </a:p>
          <a:p>
            <a:r>
              <a:t>• Training Materials: Built into interface</a:t>
            </a:r>
          </a:p>
          <a:p>
            <a:r>
              <a:t>• Backup Procedures: Automated</a:t>
            </a:r>
          </a:p>
          <a:p>
            <a:r>
              <a:t>• Security Protocols: Implemented</a:t>
            </a:r>
          </a:p>
          <a:p>
            <a:r>
              <a:t>• Maintenance Schedule: Regular updates</a:t>
            </a:r>
          </a:p>
          <a:p>
            <a:r>
              <a:t>• Performance Monitoring: Built-in</a:t>
            </a:r>
          </a:p>
          <a:p>
            <a:r>
              <a:t>• Data Recovery: Automated backups</a:t>
            </a:r>
          </a:p>
          <a:p>
            <a:r>
              <a:t>• System Health: Activity logging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C2347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7BFE"/>
                </a:solidFill>
              </a:defRPr>
            </a:pPr>
            <a:r>
              <a:t>AFROTC 695 Recruitment Management System</a:t>
            </a:r>
          </a:p>
          <a:p>
            <a:r>
              <a:t>Ready for Production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
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C2347"/>
                </a:solidFill>
              </a:defRPr>
            </a:pPr>
            <a:r>
              <a:t>AFROTC 695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007BFE"/>
                </a:solidFill>
              </a:defRPr>
            </a:pPr>
            <a:r>
              <a:t>Recruitment Management System</a:t>
            </a:r>
          </a:p>
          <a:p>
            <a:r>
              <a:t>Live System Demonstration &amp; Feature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C2347"/>
                </a:solidFill>
              </a:defRPr>
            </a:pPr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Web-based recruitment management platform</a:t>
            </a:r>
          </a:p>
          <a:p>
            <a:r>
              <a:t>• Built with Flask (Python) and Bootstrap 5</a:t>
            </a:r>
          </a:p>
          <a:p>
            <a:r>
              <a:t>• SQLite database for data persistence</a:t>
            </a:r>
          </a:p>
          <a:p>
            <a:r>
              <a:t>• Responsive design for mobile and desktop</a:t>
            </a:r>
          </a:p>
          <a:p>
            <a:r>
              <a:t>• Role-based access control (Admin/Recruiter)</a:t>
            </a:r>
          </a:p>
          <a:p>
            <a:r>
              <a:t>• Comprehensive activity logging</a:t>
            </a:r>
          </a:p>
          <a:p>
            <a:r>
              <a:t>• Automated backup system</a:t>
            </a:r>
          </a:p>
          <a:p>
            <a:r>
              <a:t>• Theme customization (Original/Air Force)</a:t>
            </a:r>
          </a:p>
          <a:p>
            <a:r>
              <a:t>• Production-ready deployment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C2347"/>
                </a:solidFill>
              </a:defRPr>
            </a:pPr>
            <a:r>
              <a:t>Dashboard - Central Command Center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solidFill>
            <a:srgbClr val="F0F0F0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707070"/>
                </a:solidFill>
              </a:defRPr>
            </a:pPr>
            <a:r>
              <a:t>📊 Dashboard Screenshot</a:t>
            </a:r>
          </a:p>
          <a:p>
            <a:r>
              <a:t>(Add actual screenshot here)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C2347"/>
                </a:solidFill>
              </a:defRPr>
            </a:pPr>
            <a:r>
              <a:t>Dashboard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Real-time statistics cards</a:t>
            </a:r>
          </a:p>
          <a:p>
            <a:r>
              <a:t>• Cadet Retention Report (Stacked bar chart)</a:t>
            </a:r>
          </a:p>
          <a:p>
            <a:r>
              <a:t>• Recent activity feed</a:t>
            </a:r>
          </a:p>
          <a:p>
            <a:r>
              <a:t>• Quick action buttons</a:t>
            </a:r>
          </a:p>
          <a:p>
            <a:r>
              <a:t>• Background image integration</a:t>
            </a:r>
          </a:p>
          <a:p>
            <a:r>
              <a:t>• Responsive design for all devices</a:t>
            </a:r>
          </a:p>
          <a:p>
            <a:r>
              <a:t>• Theme-aware styling</a:t>
            </a:r>
          </a:p>
          <a:p>
            <a:r>
              <a:t>• Export functionality for reports</a:t>
            </a:r>
          </a:p>
          <a:p>
            <a:r>
              <a:t>• Mobile-optimized layout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C2347"/>
                </a:solidFill>
              </a:defRPr>
            </a:pPr>
            <a:r>
              <a:t>Potential Recruits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solidFill>
            <a:srgbClr val="F0F0F0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707070"/>
                </a:solidFill>
              </a:defRPr>
            </a:pPr>
            <a:r>
              <a:t>👥 Potential Recruits Screenshot</a:t>
            </a:r>
          </a:p>
          <a:p>
            <a:r>
              <a:t>(Add actual screenshot here)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C2347"/>
                </a:solidFill>
              </a:defRPr>
            </a:pPr>
            <a:r>
              <a:t>Potential Recruits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Comprehensive recruit profiles</a:t>
            </a:r>
          </a:p>
          <a:p>
            <a:r>
              <a:t>• Contact information tracking</a:t>
            </a:r>
          </a:p>
          <a:p>
            <a:r>
              <a:t>• Interest level assessment</a:t>
            </a:r>
          </a:p>
          <a:p>
            <a:r>
              <a:t>• Communication history</a:t>
            </a:r>
          </a:p>
          <a:p>
            <a:r>
              <a:t>• Status tracking (Active/Inactive)</a:t>
            </a:r>
          </a:p>
          <a:p>
            <a:r>
              <a:t>• Sortable data tables</a:t>
            </a:r>
          </a:p>
          <a:p>
            <a:r>
              <a:t>• Search and filter capabilities</a:t>
            </a:r>
          </a:p>
          <a:p>
            <a:r>
              <a:t>• Export to Excel, PDF, CSV</a:t>
            </a:r>
          </a:p>
          <a:p>
            <a:r>
              <a:t>• Mobile-responsive interface</a:t>
            </a:r>
          </a:p>
          <a:p>
            <a:r>
              <a:t>• Activity logging for all changes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C2347"/>
                </a:solidFill>
              </a:defRPr>
            </a:pPr>
            <a:r>
              <a:t>Cadet Management &amp; Retention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solidFill>
            <a:srgbClr val="F0F0F0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707070"/>
                </a:solidFill>
              </a:defRPr>
            </a:pPr>
            <a:r>
              <a:t>🎖️ Cadet Management Screenshot</a:t>
            </a:r>
          </a:p>
          <a:p>
            <a:r>
              <a:t>(Add actual screenshot here)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C2347"/>
                </a:solidFill>
              </a:defRPr>
            </a:pPr>
            <a:r>
              <a:t>Cadet Retention Report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solidFill>
            <a:srgbClr val="F0F0F0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707070"/>
                </a:solidFill>
              </a:defRPr>
            </a:pPr>
            <a:r>
              <a:t>📈 Retention Chart Screenshot</a:t>
            </a:r>
          </a:p>
          <a:p>
            <a:r>
              <a:t>(Add actual chart screenshot here)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C2347"/>
                </a:solidFill>
              </a:defRPr>
            </a:pPr>
            <a:r>
              <a:t>Outreach Contacts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solidFill>
            <a:srgbClr val="F0F0F0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707070"/>
                </a:solidFill>
              </a:defRPr>
            </a:pPr>
            <a:r>
              <a:t>📞 Outreach Contacts Screenshot</a:t>
            </a:r>
          </a:p>
          <a:p>
            <a:r>
              <a:t>(Add actual screenshot here)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C2347"/>
                </a:solidFill>
              </a:defRPr>
            </a:pPr>
            <a:r>
              <a:t>Calendar &amp; Event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solidFill>
            <a:srgbClr val="F0F0F0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707070"/>
                </a:solidFill>
              </a:defRPr>
            </a:pPr>
            <a:r>
              <a:t>📅 Calendar Screenshot</a:t>
            </a:r>
          </a:p>
          <a:p>
            <a:r>
              <a:t>(Add actual calendar screenshot here)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C2347"/>
                </a:solidFill>
              </a:defRPr>
            </a:pPr>
            <a:r>
              <a:t>Recruitment Materials Library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solidFill>
            <a:srgbClr val="F0F0F0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707070"/>
                </a:solidFill>
              </a:defRPr>
            </a:pPr>
            <a:r>
              <a:t>📚 Materials Library Screenshot</a:t>
            </a:r>
          </a:p>
          <a:p>
            <a:r>
              <a:t>(Add actual screenshot here)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C2347"/>
                </a:solidFill>
              </a:defRPr>
            </a:pPr>
            <a:r>
              <a:t>User Management &amp; Security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solidFill>
            <a:srgbClr val="F0F0F0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707070"/>
                </a:solidFill>
              </a:defRPr>
            </a:pPr>
            <a:r>
              <a:t>🔐 Admin Panel Screenshot</a:t>
            </a:r>
          </a:p>
          <a:p>
            <a:r>
              <a:t>(Add actual screenshot here)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C2347"/>
                </a:solidFill>
              </a:defRPr>
            </a:pPr>
            <a:r>
              <a:t>Theme Customization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solidFill>
            <a:srgbClr val="F0F0F0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707070"/>
                </a:solidFill>
              </a:defRPr>
            </a:pPr>
            <a:r>
              <a:t>🎨 Theme Toggle Screenshot</a:t>
            </a:r>
          </a:p>
          <a:p>
            <a:r>
              <a:t>(Add before/after theme screenshots here)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C2347"/>
                </a:solidFill>
              </a:defRPr>
            </a:pPr>
            <a:r>
              <a:t>Mobile Responsiveness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solidFill>
            <a:srgbClr val="F0F0F0"/>
          </a:solidFill>
          <a:ln>
            <a:solidFill>
              <a:srgbClr val="70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707070"/>
                </a:solidFill>
              </a:defRPr>
            </a:pPr>
            <a:r>
              <a:t>📱 Mobile View Screenshot</a:t>
            </a:r>
          </a:p>
          <a:p>
            <a:r>
              <a:t>(Add mobile device screenshot here)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C2347"/>
                </a:solidFill>
              </a:defRPr>
            </a:pPr>
            <a:r>
              <a:t>Data Export &amp; Reporting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Excel (.xlsx) export with formatting</a:t>
            </a:r>
          </a:p>
          <a:p>
            <a:r>
              <a:t>• PDF export with landscape orientation</a:t>
            </a:r>
          </a:p>
          <a:p>
            <a:r>
              <a:t>• CSV export for data analysis</a:t>
            </a:r>
          </a:p>
          <a:p>
            <a:r>
              <a:t>• Sortable table headers</a:t>
            </a:r>
          </a:p>
          <a:p>
            <a:r>
              <a:t>• Filtered data export</a:t>
            </a:r>
          </a:p>
          <a:p>
            <a:r>
              <a:t>• Retention report exports</a:t>
            </a:r>
          </a:p>
          <a:p>
            <a:r>
              <a:t>• Activity log exports</a:t>
            </a:r>
          </a:p>
          <a:p>
            <a:r>
              <a:t>• Custom date range exports</a:t>
            </a:r>
          </a:p>
          <a:p>
            <a:r>
              <a:t>• Mobile-responsive export buttons</a:t>
            </a:r>
          </a:p>
          <a:p>
            <a:r>
              <a:t>• Professional formatting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C2347"/>
                </a:solidFill>
              </a:defRPr>
            </a:pPr>
            <a:r>
              <a:t>Security &amp; Backup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Role-based access control</a:t>
            </a:r>
          </a:p>
          <a:p>
            <a:r>
              <a:t>• Password security with hashing</a:t>
            </a:r>
          </a:p>
          <a:p>
            <a:r>
              <a:t>• Password history tracking</a:t>
            </a:r>
          </a:p>
          <a:p>
            <a:r>
              <a:t>• Password expiration policies</a:t>
            </a:r>
          </a:p>
          <a:p>
            <a:r>
              <a:t>• Account locking capabilities</a:t>
            </a:r>
          </a:p>
          <a:p>
            <a:r>
              <a:t>• Forgot password functionality</a:t>
            </a:r>
          </a:p>
          <a:p>
            <a:r>
              <a:t>• Secret question security</a:t>
            </a:r>
          </a:p>
          <a:p>
            <a:r>
              <a:t>• Automated nightly backups</a:t>
            </a:r>
          </a:p>
          <a:p>
            <a:r>
              <a:t>• Manual backup triggers</a:t>
            </a:r>
          </a:p>
          <a:p>
            <a:r>
              <a:t>• Data recovery tools</a:t>
            </a:r>
          </a:p>
          <a:p>
            <a:r>
              <a:t>• Activity logging for all users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C2347"/>
                </a:solidFill>
              </a:defRPr>
            </a:pPr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Backend: Flask (Python)</a:t>
            </a:r>
          </a:p>
          <a:p>
            <a:r>
              <a:t>• Database: SQLite with SQLAlchemy ORM</a:t>
            </a:r>
          </a:p>
          <a:p>
            <a:r>
              <a:t>• Frontend: Bootstrap 5 + Custom CSS</a:t>
            </a:r>
          </a:p>
          <a:p>
            <a:r>
              <a:t>• Charts: Chart.js with DataLabels plugin</a:t>
            </a:r>
          </a:p>
          <a:p>
            <a:r>
              <a:t>• File Handling: Secure upload/download</a:t>
            </a:r>
          </a:p>
          <a:p>
            <a:r>
              <a:t>• Security: Werkzeug password hashing</a:t>
            </a:r>
          </a:p>
          <a:p>
            <a:r>
              <a:t>• Export: Pandas, OpenPyXL, ReportLab</a:t>
            </a:r>
          </a:p>
          <a:p>
            <a:r>
              <a:t>• Responsive: CSS Grid &amp; Flexbox</a:t>
            </a:r>
          </a:p>
          <a:p>
            <a:r>
              <a:t>• Icons: Font Awesome 6</a:t>
            </a:r>
          </a:p>
          <a:p>
            <a:r>
              <a:t>• Deployment: Production-ready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C2347"/>
                </a:solidFill>
              </a:defRPr>
            </a:pPr>
            <a:r>
              <a:t>Benefits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Streamlined recruitment process</a:t>
            </a:r>
          </a:p>
          <a:p>
            <a:r>
              <a:t>• Improved data organization</a:t>
            </a:r>
          </a:p>
          <a:p>
            <a:r>
              <a:t>• Enhanced tracking capabilities</a:t>
            </a:r>
          </a:p>
          <a:p>
            <a:r>
              <a:t>• Better decision-making insights</a:t>
            </a:r>
          </a:p>
          <a:p>
            <a:r>
              <a:t>• Increased efficiency</a:t>
            </a:r>
          </a:p>
          <a:p>
            <a:r>
              <a:t>• Reduced manual work</a:t>
            </a:r>
          </a:p>
          <a:p>
            <a:r>
              <a:t>• Professional presentation</a:t>
            </a:r>
          </a:p>
          <a:p>
            <a:r>
              <a:t>• Mobile accessibility</a:t>
            </a:r>
          </a:p>
          <a:p>
            <a:r>
              <a:t>• Data security and backup</a:t>
            </a:r>
          </a:p>
          <a:p>
            <a:r>
              <a:t>• Scalable solution for growth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8A2BE2"/>
                </a:solidFill>
              </a:defRPr>
            </a:pPr>
            <a:r>
              <a:t>Powered by Cursor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AI-Powered Development Environment</a:t>
            </a:r>
          </a:p>
          <a:p>
            <a:r>
              <a:t>• Advanced Code Generation &amp; Completion</a:t>
            </a:r>
          </a:p>
          <a:p>
            <a:r>
              <a:t>• Intelligent Bug Detection &amp; Fixing</a:t>
            </a:r>
          </a:p>
          <a:p>
            <a:r>
              <a:t>• Rapid Feature Implementation</a:t>
            </a:r>
          </a:p>
          <a:p>
            <a:r>
              <a:t>• Code Quality Assurance</a:t>
            </a:r>
          </a:p>
          <a:p>
            <a:r>
              <a:t>• Automated Testing Support</a:t>
            </a:r>
          </a:p>
          <a:p>
            <a:r>
              <a:t>• Documentation Generation</a:t>
            </a:r>
          </a:p>
          <a:p>
            <a:r>
              <a:t>• Real-time Collaboration</a:t>
            </a:r>
          </a:p>
          <a:p>
            <a:r>
              <a:t>• Version Control Integration</a:t>
            </a:r>
          </a:p>
          <a:p>
            <a:r>
              <a:t>• Production-Ready Code Delivery</a:t>
            </a:r>
          </a:p>
          <a:p>
            <a:r>
              <a:t>• Accelerated Development Timeline</a:t>
            </a:r>
          </a:p>
          <a:p>
            <a:r>
              <a:t>• Reduced Development Costs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C2347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007BFE"/>
                </a:solidFill>
              </a:defRPr>
            </a:pPr>
            <a:r>
              <a:t>AFROTC 695 Recruitment Management System</a:t>
            </a:r>
          </a:p>
          <a:p>
            <a:r>
              <a:t>Ready for Production Deployment</a:t>
            </a:r>
          </a:p>
          <a:p/>
          <a:p>
            <a:r>
              <a:t>Powered by Cursor AI Development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